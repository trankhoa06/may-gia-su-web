
<file path=ppt/presentation.xml><?xml version="1.0" encoding="utf-8"?>
<p:presentation xmlns:p="http://schemas.openxmlformats.org/presentationml/2006/main" xmlns:r="http://schemas.openxmlformats.org/officeDocument/2006/relationships">
  <p:sldIdLst>
    <p:sldId id="257" r:id="second"/>
    <p:sldId id="256" r:id="first"/>
  </p:sldIdLst>
</p:presentation>
</file>

<file path=ppt/_rels/presentation.xml.rels><Relationships xmlns="http://schemas.openxmlformats.org/package/2006/relationships"><Relationship Id="first" Type="http://schemas.openxmlformats.org/officeDocument/2006/relationships/slide" Target="slides/slide1.xml"/><Relationship Id="second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image" Type="http://schemas.openxmlformats.org/officeDocument/2006/relationships/image" Target="../media/circuit.png"/></Relationships>
</file>

<file path=ppt/slides/_rels/slide2.xml.rels><Relationships xmlns="http://schemas.openxmlformats.org/package/2006/relationships"><Relationship Id="image" Type="http://schemas.openxmlformats.org/officeDocument/2006/relationships/image" Target="../media/circuit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p>
            <a:r>
              <a:t>Gate điều khiển dòng Drain tới Source của MOSFET.</a:t>
            </a:r>
          </a:p>
        </p:txBody>
      </p:sp>
      <p:pic>
        <p:nvPicPr>
          <p:cNvPr id="3" name="Circuit 1" descr="Sơ đồ transistor MOSFET, hình 1"/>
          <p:cNvPicPr/>
          <p:nvPr/>
        </p:nvPicPr>
        <p:blipFill>
          <a:blip r:embed="image"/>
        </p:blipFill>
        <p:spPr/>
      </p:pic>
      <p:pic>
        <p:nvPicPr>
          <p:cNvPr id="4" name="Circuit 2" descr="Sơ đồ transistor MOSFET, hình 2"/>
          <p:cNvPicPr/>
          <p:nvPr/>
        </p:nvPicPr>
        <p:blipFill>
          <a:blip r:embed="image"/>
        </p:blipFill>
        <p:spPr/>
      </p:pic>
      <p:pic>
        <p:nvPicPr>
          <p:cNvPr id="5" name="Circuit 3" descr="Sơ đồ transistor MOSFET, hình 3"/>
          <p:cNvPicPr/>
          <p:nvPr/>
        </p:nvPicPr>
        <p:blipFill>
          <a:blip r:embed="image"/>
        </p:blipFill>
        <p:spPr/>
      </p:pic>
      <p:pic>
        <p:nvPicPr>
          <p:cNvPr id="6" name="Circuit 4" descr="Sơ đồ transistor MOSFET, hình 4"/>
          <p:cNvPicPr/>
          <p:nvPr/>
        </p:nvPicPr>
        <p:blipFill>
          <a:blip r:embed="image"/>
        </p:blipFill>
        <p:spPr/>
      </p:pic>
      <p:pic>
        <p:nvPicPr>
          <p:cNvPr id="7" name="Circuit 5" descr="Sơ đồ transistor MOSFET, hình 5"/>
          <p:cNvPicPr/>
          <p:nvPr/>
        </p:nvPicPr>
        <p:blipFill>
          <a:blip r:embed="image"/>
        </p:blipFill>
        <p:spPr/>
      </p:pic>
      <p:pic>
        <p:nvPicPr>
          <p:cNvPr id="8" name="Circuit 6" descr="Sơ đồ transistor MOSFET, hình 6"/>
          <p:cNvPicPr/>
          <p:nvPr/>
        </p:nvPicPr>
        <p:blipFill>
          <a:blip r:embed="image"/>
        </p:blipFill>
        <p:spPr/>
      </p:pic>
      <p:pic>
        <p:nvPicPr>
          <p:cNvPr id="9" name="Circuit 7" descr="Sơ đồ transistor MOSFET, hình 7"/>
          <p:cNvPicPr/>
          <p:nvPr/>
        </p:nvPicPr>
        <p:blipFill>
          <a:blip r:embed="image"/>
        </p:blipFill>
        <p:spPr/>
      </p:pic>
      <p:cxnSp/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3" name="Circuit 1" descr="Sơ đồ transistor MOSFET, hình 1"/>
          <p:cNvPicPr/>
          <p:nvPr/>
        </p:nvPicPr>
        <p:blipFill>
          <a:blip r:embed="image"/>
        </p:blipFill>
        <p:spPr/>
      </p:pic>
    </p:spTree>
  </p:cSld>
</p:sld>
</file>